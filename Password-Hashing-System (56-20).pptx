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ricolage Grotesque Extra Bold"/>
      <p:regular r:id="rId17"/>
    </p:embeddedFont>
    <p:embeddedFont>
      <p:font typeface="Montserrat"/>
      <p:regular r:id="rId18"/>
    </p:embeddedFont>
    <p:embeddedFont>
      <p:font typeface="Montserrat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slideLayout" Target="../slideLayouts/slideLayout11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17576"/>
            <a:ext cx="513442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Password Hashing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7316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Security — Lab 06: Secure Hash Function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959447"/>
            <a:ext cx="2357214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001938"/>
            <a:ext cx="264430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· SHA-256 · AUTHENTICATION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0134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What Is Password Hashing?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699915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Password Hashing System stores user passwords securely by converting them into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hash value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using a hashing algorithm — instead of saving them in plain text.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539826"/>
            <a:ext cx="4722763" cy="816843"/>
          </a:xfrm>
          <a:prstGeom prst="roundRect">
            <a:avLst>
              <a:gd name="adj" fmla="val 7289"/>
            </a:avLst>
          </a:prstGeom>
          <a:solidFill>
            <a:srgbClr val="282D5E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68158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One-Way Process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988097"/>
            <a:ext cx="48964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original password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cannot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 recovered from the hash.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3498428"/>
            <a:ext cx="4722763" cy="1043657"/>
          </a:xfrm>
          <a:prstGeom prst="roundRect">
            <a:avLst>
              <a:gd name="adj" fmla="val 5705"/>
            </a:avLst>
          </a:prstGeom>
          <a:solidFill>
            <a:srgbClr val="282D5E"/>
          </a:solidFill>
          <a:ln/>
        </p:spPr>
      </p:sp>
      <p:sp>
        <p:nvSpPr>
          <p:cNvPr id="9" name="Text 6"/>
          <p:cNvSpPr/>
          <p:nvPr/>
        </p:nvSpPr>
        <p:spPr>
          <a:xfrm>
            <a:off x="4066877" y="364018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Real-World Use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066877" y="3946699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Demonstrates how secure password storage works in real applications.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970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88815"/>
            <a:ext cx="4004965" cy="1275308"/>
          </a:xfrm>
          <a:prstGeom prst="roundRect">
            <a:avLst>
              <a:gd name="adj" fmla="val 7170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569765"/>
            <a:ext cx="4004965" cy="76200"/>
          </a:xfrm>
          <a:prstGeom prst="roundRect">
            <a:avLst>
              <a:gd name="adj" fmla="val 78140"/>
            </a:avLst>
          </a:prstGeom>
          <a:solidFill>
            <a:srgbClr val="EEAEF6"/>
          </a:solidFill>
          <a:ln/>
        </p:spPr>
      </p:sp>
      <p:sp>
        <p:nvSpPr>
          <p:cNvPr id="5" name="Shape 3"/>
          <p:cNvSpPr/>
          <p:nvPr/>
        </p:nvSpPr>
        <p:spPr>
          <a:xfrm>
            <a:off x="2285963" y="1376214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EEAEF6"/>
          </a:solidFill>
          <a:ln/>
        </p:spPr>
      </p:sp>
      <p:sp>
        <p:nvSpPr>
          <p:cNvPr id="6" name="Text 4"/>
          <p:cNvSpPr/>
          <p:nvPr/>
        </p:nvSpPr>
        <p:spPr>
          <a:xfrm>
            <a:off x="2184908" y="1482551"/>
            <a:ext cx="3987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6927" y="1943174"/>
            <a:ext cx="2900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Understand Hash Functions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how secure hash functions work in cybersecurity.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1588815"/>
            <a:ext cx="4005039" cy="1275308"/>
          </a:xfrm>
          <a:prstGeom prst="roundRect">
            <a:avLst>
              <a:gd name="adj" fmla="val 7170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2842" y="1569765"/>
            <a:ext cx="4005039" cy="76200"/>
          </a:xfrm>
          <a:prstGeom prst="roundRect">
            <a:avLst>
              <a:gd name="adj" fmla="val 78140"/>
            </a:avLst>
          </a:prstGeom>
          <a:solidFill>
            <a:srgbClr val="EEAEF6"/>
          </a:solidFill>
          <a:ln/>
        </p:spPr>
      </p:sp>
      <p:sp>
        <p:nvSpPr>
          <p:cNvPr id="11" name="Shape 9"/>
          <p:cNvSpPr/>
          <p:nvPr/>
        </p:nvSpPr>
        <p:spPr>
          <a:xfrm>
            <a:off x="6432686" y="1376214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EEAEF6"/>
          </a:solidFill>
          <a:ln/>
        </p:spPr>
      </p:sp>
      <p:sp>
        <p:nvSpPr>
          <p:cNvPr id="12" name="Text 10"/>
          <p:cNvSpPr/>
          <p:nvPr/>
        </p:nvSpPr>
        <p:spPr>
          <a:xfrm>
            <a:off x="6331632" y="1482551"/>
            <a:ext cx="3987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3651" y="194317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Secure Storage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how passwords are stored securely instead of plain text.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218483"/>
            <a:ext cx="4004965" cy="1275308"/>
          </a:xfrm>
          <a:prstGeom prst="roundRect">
            <a:avLst>
              <a:gd name="adj" fmla="val 7170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119" y="3199433"/>
            <a:ext cx="4004965" cy="76200"/>
          </a:xfrm>
          <a:prstGeom prst="roundRect">
            <a:avLst>
              <a:gd name="adj" fmla="val 78140"/>
            </a:avLst>
          </a:prstGeom>
          <a:solidFill>
            <a:srgbClr val="EEAEF6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5963" y="3005882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EEAEF6"/>
          </a:solidFill>
          <a:ln/>
        </p:spPr>
      </p:sp>
      <p:sp>
        <p:nvSpPr>
          <p:cNvPr id="18" name="Text 16"/>
          <p:cNvSpPr/>
          <p:nvPr/>
        </p:nvSpPr>
        <p:spPr>
          <a:xfrm>
            <a:off x="2184908" y="3112219"/>
            <a:ext cx="3987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6927" y="3572842"/>
            <a:ext cx="25314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Python Implementation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6927" y="387935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password hashing using Python and the hashlib library.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2842" y="3218483"/>
            <a:ext cx="4005039" cy="1275308"/>
          </a:xfrm>
          <a:prstGeom prst="roundRect">
            <a:avLst>
              <a:gd name="adj" fmla="val 7170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2842" y="3199433"/>
            <a:ext cx="4005039" cy="76200"/>
          </a:xfrm>
          <a:prstGeom prst="roundRect">
            <a:avLst>
              <a:gd name="adj" fmla="val 78140"/>
            </a:avLst>
          </a:prstGeom>
          <a:solidFill>
            <a:srgbClr val="EEAE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432686" y="3005882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EEAEF6"/>
          </a:solidFill>
          <a:ln/>
        </p:spPr>
      </p:sp>
      <p:sp>
        <p:nvSpPr>
          <p:cNvPr id="24" name="Text 22"/>
          <p:cNvSpPr/>
          <p:nvPr/>
        </p:nvSpPr>
        <p:spPr>
          <a:xfrm>
            <a:off x="6331632" y="3112219"/>
            <a:ext cx="3987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3651" y="357284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Login Verification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803651" y="387935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Demonstrate login verification using hashed passwords.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6865"/>
            <a:ext cx="468191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Real-World Applications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5336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 hashing is used in virtually every modern authentication system. Whenever a user creates an account, the website stores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hashed password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instead of the real one.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566467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256646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Social Media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27658" y="2872978"/>
            <a:ext cx="39129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Facebook, Instagram, Gmail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566467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92092" y="256646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Banking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92092" y="2872978"/>
            <a:ext cx="39129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banking systems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83310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7658" y="338331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27658" y="3689821"/>
            <a:ext cx="39129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University portals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383310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92092" y="338331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E-Commerce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192092" y="3689821"/>
            <a:ext cx="39129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shopping websites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579566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How Password Hashing Works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5341" y="1902189"/>
            <a:ext cx="407584" cy="4075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2209" y="3275494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Compare &amp; Accept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3200" y="1902953"/>
            <a:ext cx="407584" cy="4075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502299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Login: Re-hash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1442" y="1902953"/>
            <a:ext cx="407584" cy="4075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781940" y="3390127"/>
            <a:ext cx="14187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Store Hash</a:t>
            </a:r>
            <a:endParaRPr lang="en-US" sz="14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9683" y="1902953"/>
            <a:ext cx="407584" cy="40758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518781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Compute SHA-256</a:t>
            </a:r>
            <a:endParaRPr lang="en-US" sz="14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89772" y="1902953"/>
            <a:ext cx="407584" cy="40758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94415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Enter Password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never stores the original password — only its irreversible hash value, making it safe even if the database is compromised.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62917"/>
            <a:ext cx="3784774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SHA-256: The Algorithm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52054"/>
            <a:ext cx="4970190" cy="2816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5071" y="2035522"/>
            <a:ext cx="2549054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uses the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SHA-256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hashing algorithm, part of the Secure Hash Algorithm (SHA) family — widely used in cybersecurity.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674489" y="3970883"/>
            <a:ext cx="2538338" cy="809699"/>
          </a:xfrm>
          <a:prstGeom prst="roundRect">
            <a:avLst>
              <a:gd name="adj" fmla="val 8470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0202" y="3970883"/>
            <a:ext cx="57150" cy="809699"/>
          </a:xfrm>
          <a:prstGeom prst="roundRect">
            <a:avLst>
              <a:gd name="adj" fmla="val 83023"/>
            </a:avLst>
          </a:prstGeom>
          <a:solidFill>
            <a:srgbClr val="EEAEF6"/>
          </a:solidFill>
          <a:ln/>
        </p:spPr>
      </p:sp>
      <p:sp>
        <p:nvSpPr>
          <p:cNvPr id="7" name="Text 4"/>
          <p:cNvSpPr/>
          <p:nvPr/>
        </p:nvSpPr>
        <p:spPr>
          <a:xfrm>
            <a:off x="844600" y="4098131"/>
            <a:ext cx="188751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Fixed-Length Output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4600" y="4328592"/>
            <a:ext cx="22409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produces a 256-bit (64-character hex) hash.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02794" y="3970883"/>
            <a:ext cx="2538338" cy="809699"/>
          </a:xfrm>
          <a:prstGeom prst="roundRect">
            <a:avLst>
              <a:gd name="adj" fmla="val 8470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88506" y="3970883"/>
            <a:ext cx="57150" cy="809699"/>
          </a:xfrm>
          <a:prstGeom prst="roundRect">
            <a:avLst>
              <a:gd name="adj" fmla="val 83023"/>
            </a:avLst>
          </a:prstGeom>
          <a:solidFill>
            <a:srgbClr val="EEAEF6"/>
          </a:solidFill>
          <a:ln/>
        </p:spPr>
      </p:sp>
      <p:sp>
        <p:nvSpPr>
          <p:cNvPr id="11" name="Text 8"/>
          <p:cNvSpPr/>
          <p:nvPr/>
        </p:nvSpPr>
        <p:spPr>
          <a:xfrm>
            <a:off x="3472904" y="409813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One-Way Function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2904" y="4328592"/>
            <a:ext cx="22409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Cannot be reversed to recover the original password.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931098" y="3970883"/>
            <a:ext cx="2538338" cy="809699"/>
          </a:xfrm>
          <a:prstGeom prst="roundRect">
            <a:avLst>
              <a:gd name="adj" fmla="val 8470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16811" y="3970883"/>
            <a:ext cx="57150" cy="809699"/>
          </a:xfrm>
          <a:prstGeom prst="roundRect">
            <a:avLst>
              <a:gd name="adj" fmla="val 83023"/>
            </a:avLst>
          </a:prstGeom>
          <a:solidFill>
            <a:srgbClr val="EEAEF6"/>
          </a:solidFill>
          <a:ln/>
        </p:spPr>
      </p:sp>
      <p:sp>
        <p:nvSpPr>
          <p:cNvPr id="15" name="Text 12"/>
          <p:cNvSpPr/>
          <p:nvPr/>
        </p:nvSpPr>
        <p:spPr>
          <a:xfrm>
            <a:off x="6101209" y="409813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Secure &amp; Reliable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01209" y="4328592"/>
            <a:ext cx="224097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Industry-standard in modern authentication systems.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2933"/>
            <a:ext cx="55656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Advantages &amp; Disadvantages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978521"/>
            <a:ext cx="4107135" cy="1842046"/>
          </a:xfrm>
          <a:prstGeom prst="roundRect">
            <a:avLst>
              <a:gd name="adj" fmla="val 5541"/>
            </a:avLst>
          </a:prstGeom>
          <a:solidFill>
            <a:srgbClr val="243799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120280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Advantages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488257"/>
            <a:ext cx="3823618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Passwords remain secure — original is never stored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Difficult for attackers to recover passwords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in modern authentication systems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Improves user privacy and security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120280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Disadvantages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488257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 passwords can still be guessed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Hash databases vulnerable to brute force attacks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Additional security methods sometimes required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Hashing alone does not stop phishing attacks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74749"/>
            <a:ext cx="3829199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Python Implementation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98066" y="921841"/>
            <a:ext cx="8404994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hashlib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library provides 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sha256()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hash passwords and 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hexdigest()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convert the hash to readable hexadecimal format.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8066" y="1198811"/>
            <a:ext cx="7947794" cy="3569940"/>
          </a:xfrm>
          <a:prstGeom prst="roundRect">
            <a:avLst>
              <a:gd name="adj" fmla="val 1355"/>
            </a:avLst>
          </a:prstGeom>
          <a:solidFill>
            <a:srgbClr val="161B4C"/>
          </a:solidFill>
          <a:ln/>
        </p:spPr>
      </p:sp>
      <p:sp>
        <p:nvSpPr>
          <p:cNvPr id="5" name="Shape 3"/>
          <p:cNvSpPr/>
          <p:nvPr/>
        </p:nvSpPr>
        <p:spPr>
          <a:xfrm>
            <a:off x="592336" y="1198811"/>
            <a:ext cx="7959254" cy="3569940"/>
          </a:xfrm>
          <a:prstGeom prst="roundRect">
            <a:avLst>
              <a:gd name="adj" fmla="val 484"/>
            </a:avLst>
          </a:prstGeom>
          <a:solidFill>
            <a:srgbClr val="161B4C"/>
          </a:solidFill>
          <a:ln/>
        </p:spPr>
      </p:sp>
      <p:sp>
        <p:nvSpPr>
          <p:cNvPr id="6" name="Text 4"/>
          <p:cNvSpPr/>
          <p:nvPr/>
        </p:nvSpPr>
        <p:spPr>
          <a:xfrm>
            <a:off x="736253" y="1313929"/>
            <a:ext cx="7671420" cy="333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 = {} # Dictionary to store usernames and hashed passwords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hash_password(password):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hashlib.sha256(password.encode()).hexdigest()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signup():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 = input("Enter username: ")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password = input("Enter password: ")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users[username] = hash_password(password)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print("Account created! Stored Hash:", users[username])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login():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username = input("Enter username: ")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password = input("Enter password: ")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if username in users and users[username] == hash_password(password):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print("Login Successful!")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else:</a:t>
            </a:r>
            <a:endParaRPr lang="en-US" sz="9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print("Invalid Username or Password")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199"/>
            <a:ext cx="599234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Main Program &amp; Sample Output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754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Main Loop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578471"/>
            <a:ext cx="3902943" cy="2324844"/>
          </a:xfrm>
          <a:prstGeom prst="roundRect">
            <a:avLst>
              <a:gd name="adj" fmla="val 2561"/>
            </a:avLst>
          </a:prstGeom>
          <a:solidFill>
            <a:srgbClr val="161B4C"/>
          </a:solidFill>
          <a:ln/>
        </p:spPr>
      </p:sp>
      <p:sp>
        <p:nvSpPr>
          <p:cNvPr id="5" name="Shape 3"/>
          <p:cNvSpPr/>
          <p:nvPr/>
        </p:nvSpPr>
        <p:spPr>
          <a:xfrm>
            <a:off x="489049" y="1578471"/>
            <a:ext cx="3917082" cy="2324844"/>
          </a:xfrm>
          <a:prstGeom prst="roundRect">
            <a:avLst>
              <a:gd name="adj" fmla="val 915"/>
            </a:avLst>
          </a:prstGeom>
          <a:solidFill>
            <a:srgbClr val="161B4C"/>
          </a:solidFill>
          <a:ln/>
        </p:spPr>
      </p:sp>
      <p:sp>
        <p:nvSpPr>
          <p:cNvPr id="6" name="Text 4"/>
          <p:cNvSpPr/>
          <p:nvPr/>
        </p:nvSpPr>
        <p:spPr>
          <a:xfrm>
            <a:off x="666229" y="1720230"/>
            <a:ext cx="3562722" cy="2041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print("--- Password Hashing System ---")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print("1. Signup  2. Login  3. Exit")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choice = input("Enter choice: ")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choice == '1': signup()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choice == '2': login()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choice == '3':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print("Program Ended"); break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print("Invalid Choice")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19754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Sample Output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49701" y="1578471"/>
            <a:ext cx="3902943" cy="3005286"/>
          </a:xfrm>
          <a:prstGeom prst="roundRect">
            <a:avLst>
              <a:gd name="adj" fmla="val 1981"/>
            </a:avLst>
          </a:prstGeom>
          <a:solidFill>
            <a:srgbClr val="161B4C"/>
          </a:solidFill>
          <a:ln/>
        </p:spPr>
      </p:sp>
      <p:sp>
        <p:nvSpPr>
          <p:cNvPr id="9" name="Shape 7"/>
          <p:cNvSpPr/>
          <p:nvPr/>
        </p:nvSpPr>
        <p:spPr>
          <a:xfrm>
            <a:off x="4742631" y="1578471"/>
            <a:ext cx="3917082" cy="3005286"/>
          </a:xfrm>
          <a:prstGeom prst="roundRect">
            <a:avLst>
              <a:gd name="adj" fmla="val 708"/>
            </a:avLst>
          </a:prstGeom>
          <a:solidFill>
            <a:srgbClr val="161B4C"/>
          </a:solidFill>
          <a:ln/>
        </p:spPr>
      </p:sp>
      <p:sp>
        <p:nvSpPr>
          <p:cNvPr id="10" name="Text 8"/>
          <p:cNvSpPr/>
          <p:nvPr/>
        </p:nvSpPr>
        <p:spPr>
          <a:xfrm>
            <a:off x="4919811" y="1720230"/>
            <a:ext cx="3562722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1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 username: ahsan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 password: hello123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created!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Stored Hash: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872e4e50ce9990d8b041330c47c9ddd11bec6b503ae9386a99da8584e9bb12c4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2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 username: ahsan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 password: hello123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Login Successful!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03994"/>
            <a:ext cx="6372895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Conclusion &amp; Future Improvements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1148209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2901" y="1488058"/>
            <a:ext cx="393427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demonstrates secure authentication using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SHA-256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hashing in Python. Passwords are stored as irreversible hashes — a fundamental practice in modern cybersecurity.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2901" y="2477393"/>
            <a:ext cx="3934271" cy="768028"/>
          </a:xfrm>
          <a:prstGeom prst="roundRect">
            <a:avLst>
              <a:gd name="adj" fmla="val 7389"/>
            </a:avLst>
          </a:prstGeom>
          <a:solidFill>
            <a:srgbClr val="3E08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963" y="2680320"/>
            <a:ext cx="168846" cy="1350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1870" y="2639839"/>
            <a:ext cx="336024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Viva Q: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Hashing is one-way; unlike encryption, it cannot be reversed with a key.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1590" y="1148209"/>
            <a:ext cx="22797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Future Improvements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2266" y="1510866"/>
            <a:ext cx="202629" cy="2026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0633" y="1504206"/>
            <a:ext cx="3952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database storage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2266" y="2180444"/>
            <a:ext cx="202629" cy="2026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80633" y="2173784"/>
            <a:ext cx="3952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salting technique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92266" y="2850021"/>
            <a:ext cx="202629" cy="2026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80633" y="2843361"/>
            <a:ext cx="3952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graphical interface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92266" y="3519599"/>
            <a:ext cx="202629" cy="2026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80633" y="3512939"/>
            <a:ext cx="3952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OTP verification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92266" y="4189177"/>
            <a:ext cx="202629" cy="20262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80633" y="4182517"/>
            <a:ext cx="3952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 with web applications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2026-05-20T07:19:11Z</dcterms:created>
  <dcterms:modified xsi:type="dcterms:W3CDTF">2026-05-20T07:19:11Z</dcterms:modified>
</cp:coreProperties>
</file>